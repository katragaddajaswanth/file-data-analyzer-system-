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169"/>
                </a:solidFill>
                <a:latin typeface="Aptos"/>
              </a:defRPr>
            </a:pPr>
            <a:r>
              <a:t>Cornerstone Project Based Learning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9B3730"/>
                </a:solidFill>
                <a:latin typeface="Aptos"/>
              </a:defRPr>
            </a:pPr>
            <a:r>
              <a:t>FILE DATA ANALYZER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14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169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71800"/>
            <a:ext cx="392921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5E6F"/>
                </a:solidFill>
                <a:latin typeface="Aptos"/>
              </a:defRPr>
            </a:pPr>
            <a:r>
              <a:rPr dirty="0"/>
              <a:t>1. </a:t>
            </a:r>
            <a:r>
              <a:rPr lang="en-IN" dirty="0"/>
              <a:t>Ram Charan </a:t>
            </a:r>
            <a:r>
              <a:rPr lang="en-IN" dirty="0" err="1"/>
              <a:t>Kancham</a:t>
            </a:r>
            <a:r>
              <a:rPr lang="en-IN" dirty="0"/>
              <a:t> – 25B11CS349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E5E6F"/>
                </a:solidFill>
                <a:latin typeface="Aptos"/>
              </a:defRPr>
            </a:pPr>
            <a:r>
              <a:rPr dirty="0"/>
              <a:t>2. </a:t>
            </a:r>
            <a:r>
              <a:rPr lang="en-IN" dirty="0"/>
              <a:t>Nikhil </a:t>
            </a:r>
            <a:r>
              <a:rPr lang="en-IN" dirty="0" err="1"/>
              <a:t>Bantupalli</a:t>
            </a:r>
            <a:r>
              <a:rPr lang="en-IN" dirty="0"/>
              <a:t>  - 25B11CS676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E5E6F"/>
                </a:solidFill>
                <a:latin typeface="Aptos"/>
              </a:defRPr>
            </a:pPr>
            <a:r>
              <a:rPr dirty="0"/>
              <a:t>3. </a:t>
            </a:r>
            <a:r>
              <a:rPr lang="en-IN" dirty="0"/>
              <a:t>Pranav Aditya V   - 25B11CSA00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E5E6F"/>
                </a:solidFill>
                <a:latin typeface="Aptos"/>
              </a:defRPr>
            </a:pPr>
            <a:r>
              <a:rPr dirty="0"/>
              <a:t>4. </a:t>
            </a:r>
            <a:r>
              <a:rPr lang="en-IN" dirty="0"/>
              <a:t>Jaswanth Katragadda – 25B11CS349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57600" y="4892040"/>
            <a:ext cx="4846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A5A5A"/>
                </a:solidFill>
                <a:latin typeface="Aptos"/>
              </a:defRPr>
            </a:pPr>
            <a:r>
              <a:rPr dirty="0"/>
              <a:t>II Year – 3rd Semester   |   Batch </a:t>
            </a:r>
            <a:r>
              <a:rPr lang="en-IN" dirty="0"/>
              <a:t>11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33756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A5A5A"/>
                </a:solidFill>
                <a:latin typeface="Aptos"/>
              </a:defRPr>
            </a:pPr>
            <a:r>
              <a:t>Department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2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A Python-based system designed to read, inspect, preprocess and analyze data files.</a:t>
            </a:r>
          </a:p>
          <a:p>
            <a:pPr>
              <a:spcAft>
                <a:spcPts val="1000"/>
              </a:spcAft>
              <a:defRPr sz="1800">
                <a:solidFill>
                  <a:srgbClr val="232B32"/>
                </a:solidFill>
                <a:latin typeface="Aptos"/>
              </a:defRPr>
            </a:pPr>
            <a:r>
              <a:rPr sz="2400" dirty="0"/>
              <a:t>• The current prototype is implemented in Google </a:t>
            </a:r>
            <a:r>
              <a:rPr sz="2400" dirty="0" err="1"/>
              <a:t>Colab</a:t>
            </a:r>
            <a:r>
              <a:rPr sz="2400" dirty="0"/>
              <a:t> using Pandas and NumPy.</a:t>
            </a:r>
          </a:p>
          <a:p>
            <a:pPr>
              <a:spcAft>
                <a:spcPts val="1000"/>
              </a:spcAft>
              <a:defRPr sz="1800">
                <a:solidFill>
                  <a:srgbClr val="232B32"/>
                </a:solidFill>
                <a:latin typeface="Aptos"/>
              </a:defRPr>
            </a:pPr>
            <a:r>
              <a:rPr sz="2400" dirty="0"/>
              <a:t>• The Superstore Sales dataset from Kaggle is used as the main demonstration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B32"/>
                </a:solidFill>
                <a:latin typeface="Aptos"/>
              </a:defRPr>
            </a:pPr>
            <a:r>
              <a:rPr sz="2400" dirty="0"/>
              <a:t>• The system extracts file structure, data types, missing values, duplicates and statistical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232B32"/>
                </a:solidFill>
                <a:latin typeface="Aptos"/>
              </a:defRPr>
            </a:pPr>
            <a:r>
              <a:rPr sz="2400" dirty="0"/>
              <a:t>• The project is designed to grow into a reusable analyzer for multiple file formats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874519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18745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Manual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29260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Large datasets contain thousands of records and many columns, making manual inspection slow and error-prone.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246120" cy="1874519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1874519"/>
          </a:xfrm>
          <a:prstGeom prst="rect">
            <a:avLst/>
          </a:prstGeom>
          <a:solidFill>
            <a:srgbClr val="9B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55448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984248"/>
            <a:ext cx="29260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Missing values, duplicates and incorrect data types can affect the reliability of later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246120" cy="1874519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1874519"/>
          </a:xfrm>
          <a:prstGeom prst="rect">
            <a:avLst/>
          </a:prstGeom>
          <a:solidFill>
            <a:srgbClr val="1E5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5448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Multiple formats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984248"/>
            <a:ext cx="292607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A useful analyzer should not be restricted to one fixed dataset or one file format.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169"/>
                </a:solidFill>
                <a:latin typeface="Aptos"/>
              </a:defRPr>
            </a:pPr>
            <a:r>
              <a:t>Problem to 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32B32"/>
                </a:solidFill>
                <a:latin typeface="Aptos"/>
              </a:defRPr>
            </a:pPr>
            <a:r>
              <a:t>Develop a simple automated system that accepts a data file, identifies its structure, performs basic preprocessing and produces useful analytical information with minimum manual effort.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DATASET &amp; REASON FOR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46120" cy="4251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4251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63039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Superstore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28800"/>
            <a:ext cx="29260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rPr sz="1300" b="0">
                <a:solidFill>
                  <a:srgbClr val="2D2D2D"/>
                </a:solidFill>
                <a:latin typeface="Aptos"/>
              </a:rPr>
              <a:t>Source: Kaggle
9,994 rows
21 columns
0 missing values
0 duplicate rows
Important fields:
Sales • Quantity • Discount • Profit
Order Date • Ship Date
Category • Region •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246120" cy="4251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64008" cy="4251960"/>
          </a:xfrm>
          <a:prstGeom prst="rect">
            <a:avLst/>
          </a:prstGeom>
          <a:solidFill>
            <a:srgbClr val="1E5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463039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Why selected?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28800"/>
            <a:ext cx="29260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rPr sz="1300" b="0">
                <a:solidFill>
                  <a:srgbClr val="2D2D2D"/>
                </a:solidFill>
                <a:latin typeface="Aptos"/>
              </a:rPr>
              <a:t>• Realistic business dataset
• Numerical + categorical data
• Date fields
• Suitable for filtering and statistics
• Large enough for file analysis
• Positive and negative profit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246120" cy="4251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64008" cy="4251960"/>
          </a:xfrm>
          <a:prstGeom prst="rect">
            <a:avLst/>
          </a:prstGeom>
          <a:solidFill>
            <a:srgbClr val="9B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39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Role in our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28800"/>
            <a:ext cx="29260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rPr sz="1300" b="0">
                <a:solidFill>
                  <a:srgbClr val="2D2D2D"/>
                </a:solidFill>
                <a:latin typeface="Aptos"/>
              </a:rPr>
              <a:t>Superstore is the primary CSV used to demonstrate the analyzer.
Current format:
CSV
Planned formats:
Excel • JSON • TXT
Workflow uses Pandas and NumPy.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4074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Aptos"/>
              </a:rPr>
              <a:t>DATASET CONSTRAINTS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96112" y="4709160"/>
          <a:ext cx="10058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0"/>
              </a:tblGrid>
              <a:tr h="2057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Constraint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Impact / Handling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Current file format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Superstore is currently used as CSV; other formats are planned.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Fixed schema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The demonstration dataset has 21 predefined columns.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Data scope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The dataset represents U.S. business sales, so findings are limited to this scope.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No missing / duplicate rows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The dataset has 0 missing values and 0 duplicate rows; data-cleaning issues are not strongly demonstrated.</a:t>
                      </a:r>
                    </a:p>
                  </a:txBody>
                  <a:tcPr marL="45720" marR="45720" marT="18288" marB="18288">
                    <a:solidFill>
                      <a:srgbClr val="F5F5F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Encoding dependency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D2D2D"/>
                          </a:solidFill>
                          <a:latin typeface="Aptos"/>
                        </a:rPr>
                        <a:t>The original UTF-8 read produced an encoding error; latin1 was used for loading.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DATA PREPROCESSING</a:t>
            </a:r>
          </a:p>
        </p:txBody>
      </p:sp>
      <p:pic>
        <p:nvPicPr>
          <p:cNvPr id="7" name="Picture 6" descr="4770c06f-7cec-40c2-88c1-69cef0be48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6629400" cy="37407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2"/>
                </a:solidFill>
                <a:latin typeface="Aptos Display"/>
              </a:defRPr>
            </a:pPr>
            <a:r>
              <a:t>STEPS PERFORMED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82880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• Load the Kaggle CSV using Pandas.</a:t>
            </a:r>
          </a:p>
          <a:p>
            <a:pPr>
              <a:spcAft>
                <a:spcPts val="10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• Use latin1 encoding because the original UTF-8 read produced an encoding error.</a:t>
            </a:r>
          </a:p>
          <a:p>
            <a:pPr>
              <a:spcAft>
                <a:spcPts val="10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• Inspect the first records and dataset structure.</a:t>
            </a:r>
          </a:p>
          <a:p>
            <a:pPr>
              <a:spcAft>
                <a:spcPts val="10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• Check rows, columns and data types.</a:t>
            </a:r>
          </a:p>
          <a:p>
            <a:pPr>
              <a:spcAft>
                <a:spcPts val="10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• Convert Order Date and Ship Date to datetime.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577840"/>
            <a:ext cx="6629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5A5A"/>
                </a:solidFill>
                <a:latin typeface="Aptos"/>
              </a:defRPr>
            </a:pPr>
            <a:r>
              <a:t>Actual Google Colab screenshot — dataset loaded with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DATA PREPROCESSING RESULTS</a:t>
            </a:r>
          </a:p>
        </p:txBody>
      </p:sp>
      <p:pic>
        <p:nvPicPr>
          <p:cNvPr id="7" name="Picture 6" descr="112d69ac-b085-438c-a62d-15caed6ed6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6812280" cy="4182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371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2"/>
                </a:solidFill>
                <a:latin typeface="Aptos Display"/>
              </a:defRPr>
            </a:pPr>
            <a:r>
              <a:t>VALIDATION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83080"/>
            <a:ext cx="36576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1783080"/>
            <a:ext cx="64008" cy="914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16952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Dataset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3500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9,994 records × 21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880360"/>
            <a:ext cx="36576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2360" y="2880360"/>
            <a:ext cx="64008" cy="914400"/>
          </a:xfrm>
          <a:prstGeom prst="rect">
            <a:avLst/>
          </a:prstGeom>
          <a:solidFill>
            <a:srgbClr val="1E5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16952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34472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0 across all 21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977639"/>
            <a:ext cx="36576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3977639"/>
            <a:ext cx="64008" cy="914400"/>
          </a:xfrm>
          <a:prstGeom prst="rect">
            <a:avLst/>
          </a:prstGeom>
          <a:solidFill>
            <a:srgbClr val="9B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16952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45445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0 duplicate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5074920"/>
            <a:ext cx="365760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5074920"/>
            <a:ext cx="64008" cy="7772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5212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Date 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5641848"/>
            <a:ext cx="33375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2 date columns converted to datetime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15000"/>
            <a:ext cx="6812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5A5A"/>
                </a:solidFill>
                <a:latin typeface="Aptos"/>
              </a:defRPr>
            </a:pPr>
            <a:r>
              <a:t>Actual Google Colab output from df.info()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Select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Kaggle CSV / user file</a:t>
            </a:r>
          </a:p>
        </p:txBody>
      </p:sp>
      <p:sp>
        <p:nvSpPr>
          <p:cNvPr id="11" name="Chevron 10"/>
          <p:cNvSpPr/>
          <p:nvPr/>
        </p:nvSpPr>
        <p:spPr>
          <a:xfrm>
            <a:off x="2194560" y="1828800"/>
            <a:ext cx="228600" cy="320040"/>
          </a:xfrm>
          <a:prstGeom prst="chevron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71799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799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Read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Pandas DataFrame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69079" y="1828800"/>
            <a:ext cx="228600" cy="320040"/>
          </a:xfrm>
          <a:prstGeom prst="chevron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Shape • columns • types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943600" y="1828800"/>
            <a:ext cx="228600" cy="320040"/>
          </a:xfrm>
          <a:prstGeom prst="chevron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20840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Missing • duplicates • dates</a:t>
            </a:r>
          </a:p>
        </p:txBody>
      </p:sp>
      <p:sp>
        <p:nvSpPr>
          <p:cNvPr id="26" name="Chevron 25"/>
          <p:cNvSpPr/>
          <p:nvPr/>
        </p:nvSpPr>
        <p:spPr>
          <a:xfrm>
            <a:off x="7818119" y="1828800"/>
            <a:ext cx="228600" cy="320040"/>
          </a:xfrm>
          <a:prstGeom prst="chevron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95360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NumPy + Pandas</a:t>
            </a:r>
          </a:p>
        </p:txBody>
      </p:sp>
      <p:sp>
        <p:nvSpPr>
          <p:cNvPr id="31" name="Chevron 30"/>
          <p:cNvSpPr/>
          <p:nvPr/>
        </p:nvSpPr>
        <p:spPr>
          <a:xfrm>
            <a:off x="9692640" y="1828800"/>
            <a:ext cx="228600" cy="320040"/>
          </a:xfrm>
          <a:prstGeom prst="chevron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69880" y="150876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69880" y="1609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148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169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5603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B32"/>
                </a:solidFill>
                <a:latin typeface="Aptos"/>
              </a:defRPr>
            </a:pPr>
            <a:r>
              <a:t>Results &amp;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3730"/>
                </a:solidFill>
                <a:latin typeface="Aptos"/>
              </a:defRPr>
            </a:pPr>
            <a:r>
              <a:t>Current implementation uses only Pandas and NumPy for the analysis layer.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480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  <a:r>
              <a:t>• File handling is separated conceptually from data analysis so the system can be extended to other formats.</a:t>
            </a:r>
          </a:p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  <a:r>
              <a:t>• The current prototype focuses on CSV + Superstore before adding the remaining file types.</a:t>
            </a:r>
          </a:p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  <a:r>
              <a:t>• Outputs are designed to be clear enough for both technical review and project documentation.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9966960" cy="594360"/>
          </a:xfrm>
          <a:prstGeom prst="roundRect">
            <a:avLst/>
          </a:prstGeom>
          <a:solidFill>
            <a:srgbClr val="F4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36245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3169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344168"/>
            <a:ext cx="717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B32"/>
                </a:solidFill>
                <a:latin typeface="Aptos"/>
              </a:defRPr>
            </a:pPr>
            <a:r>
              <a:t>Kaggle dataset / user-uploaded file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577840" y="1856232"/>
            <a:ext cx="320040" cy="201168"/>
          </a:xfrm>
          <a:prstGeom prst="down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075688"/>
            <a:ext cx="9966960" cy="594360"/>
          </a:xfrm>
          <a:prstGeom prst="roundRect">
            <a:avLst/>
          </a:prstGeom>
          <a:solidFill>
            <a:srgbClr val="F4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2037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3169"/>
                </a:solidFill>
                <a:latin typeface="Aptos"/>
              </a:defRPr>
            </a:pPr>
            <a:r>
              <a:t>FILE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85416"/>
            <a:ext cx="717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B32"/>
                </a:solidFill>
                <a:latin typeface="Aptos"/>
              </a:defRPr>
            </a:pPr>
            <a:r>
              <a:t>Detect extension and read the file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577840" y="2697480"/>
            <a:ext cx="320040" cy="201168"/>
          </a:xfrm>
          <a:prstGeom prst="down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916936"/>
            <a:ext cx="9966960" cy="594360"/>
          </a:xfrm>
          <a:prstGeom prst="roundRect">
            <a:avLst/>
          </a:prstGeom>
          <a:solidFill>
            <a:srgbClr val="F4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04495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3169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26664"/>
            <a:ext cx="717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B32"/>
                </a:solidFill>
                <a:latin typeface="Aptos"/>
              </a:defRPr>
            </a:pPr>
            <a:r>
              <a:t>Validate structure, missing values, duplicates and data types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77840" y="3538728"/>
            <a:ext cx="320040" cy="201168"/>
          </a:xfrm>
          <a:prstGeom prst="down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758184"/>
            <a:ext cx="9966960" cy="594360"/>
          </a:xfrm>
          <a:prstGeom prst="roundRect">
            <a:avLst/>
          </a:prstGeom>
          <a:solidFill>
            <a:srgbClr val="F4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8862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3169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867912"/>
            <a:ext cx="717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B32"/>
                </a:solidFill>
                <a:latin typeface="Aptos"/>
              </a:defRPr>
            </a:pPr>
            <a:r>
              <a:t>Pandas + NumPy for filtering, statistics and aggregation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577840" y="4379976"/>
            <a:ext cx="320040" cy="201168"/>
          </a:xfrm>
          <a:prstGeom prst="down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4599432"/>
            <a:ext cx="9966960" cy="594360"/>
          </a:xfrm>
          <a:prstGeom prst="roundRect">
            <a:avLst/>
          </a:prstGeom>
          <a:solidFill>
            <a:srgbClr val="F4F5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7274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3169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709160"/>
            <a:ext cx="717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B32"/>
                </a:solidFill>
                <a:latin typeface="Aptos"/>
              </a:defRPr>
            </a:pPr>
            <a:r>
              <a:t>Dataset summary, filtered results and analytical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486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3730"/>
                </a:solidFill>
                <a:latin typeface="Aptos"/>
              </a:defRPr>
            </a:pPr>
            <a:r>
              <a:t>Planned file readers: CSV • Excel • JSON • 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CURRENT IMPLEMENTATION &amp; CODE EVIDENCE</a:t>
            </a:r>
          </a:p>
        </p:txBody>
      </p:sp>
      <p:pic>
        <p:nvPicPr>
          <p:cNvPr id="7" name="Picture 6" descr="c2f265cc-491e-41ff-a729-89bd8aaed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5486400" cy="1082270"/>
          </a:xfrm>
          <a:prstGeom prst="rect">
            <a:avLst/>
          </a:prstGeom>
        </p:spPr>
      </p:pic>
      <p:pic>
        <p:nvPicPr>
          <p:cNvPr id="8" name="Picture 7" descr="67b44ea9-04eb-41dc-bd0f-0319ddbecd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80160"/>
            <a:ext cx="5212080" cy="1630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5A5A"/>
                </a:solidFill>
                <a:latin typeface="Aptos"/>
              </a:defRPr>
            </a:pPr>
            <a:r>
              <a:t>df.shape → (9994, 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5A5A"/>
                </a:solidFill>
                <a:latin typeface="Aptos"/>
              </a:defRPr>
            </a:pPr>
            <a:r>
              <a:t>df.columns → 21 dataset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246120" cy="15087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64008" cy="1508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7947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2452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CSV loading, file inspection, missing-value check, duplicate check and date conversion.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246120" cy="15087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657600"/>
            <a:ext cx="64008" cy="1508760"/>
          </a:xfrm>
          <a:prstGeom prst="rect">
            <a:avLst/>
          </a:prstGeom>
          <a:solidFill>
            <a:srgbClr val="1E5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7947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22452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Pandas for file/data operations and NumPy for numerical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3246120" cy="15087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64008" cy="1508760"/>
          </a:xfrm>
          <a:prstGeom prst="rect">
            <a:avLst/>
          </a:prstGeom>
          <a:solidFill>
            <a:srgbClr val="9B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379476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169"/>
                </a:solidFill>
                <a:latin typeface="Aptos"/>
              </a:defRPr>
            </a:pPr>
            <a:r>
              <a:t>Next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22452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32B32"/>
                </a:solidFill>
                <a:latin typeface="Aptos"/>
              </a:defRPr>
            </a:pPr>
            <a:r>
              <a:t>Automatic upload + format detection, followed by filtering and statistical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sz="2000" b="1">
                <a:solidFill>
                  <a:srgbClr val="2D2D2D"/>
                </a:solidFill>
                <a:latin typeface="Aptos"/>
              </a:rPr>
              <a:t>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B32"/>
                </a:solidFill>
                <a:latin typeface="Aptos Display"/>
              </a:defRPr>
            </a:pPr>
            <a:r>
              <a:rPr sz="1700" b="1">
                <a:solidFill>
                  <a:srgbClr val="E67E22"/>
                </a:solidFill>
                <a:latin typeface="Aptos"/>
              </a:rPr>
              <a:t>PLANNED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  <a:r>
              <a:rPr sz="1800" b="0">
                <a:solidFill>
                  <a:srgbClr val="2D2D2D"/>
                </a:solidFill>
                <a:latin typeface="Aptos"/>
              </a:rPr>
              <a:t>• Support Excel, JSON and TXT files in addition to CSV.
• Add batch processing for multiple files.
• Automate file summaries and analytical reports.
• Add flexible filtering and aggregation options.
• Add visualization after the core Pandas/NumPy workflow is complete.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2"/>
                </a:solidFill>
                <a:latin typeface="Aptos Display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114800" y="5212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3730"/>
                </a:solidFill>
                <a:latin typeface="Aptos"/>
              </a:defRPr>
            </a:pPr>
            <a:r>
              <a:rPr sz="2600" b="1">
                <a:solidFill>
                  <a:srgbClr val="E67E22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1917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87168" y="557784"/>
            <a:ext cx="6144768" cy="475488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438912"/>
            <a:ext cx="6263640" cy="53035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530352"/>
            <a:ext cx="6080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sz="2000" b="1">
                <a:solidFill>
                  <a:srgbClr val="2D2D2D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B32"/>
                </a:solidFill>
                <a:latin typeface="Aptos Display"/>
              </a:defRPr>
            </a:pPr>
            <a:r>
              <a:rPr sz="1700" b="1">
                <a:solidFill>
                  <a:srgbClr val="E67E22"/>
                </a:solidFill>
                <a:latin typeface="Aptos"/>
              </a:rPr>
              <a:t>KEY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  <a:r>
              <a:rPr sz="1800" b="0">
                <a:solidFill>
                  <a:srgbClr val="2D2D2D"/>
                </a:solidFill>
                <a:latin typeface="Aptos"/>
              </a:rPr>
              <a:t>• The Review 1 prototype successfully loads and inspects the Kaggle Superstore dataset.
• The dataset contains 9,994 rows and 21 columns with no missing or duplicate rows.
• Date fields have been converted into usable datetime values.
• The project now has a foundation for a reusable multi-format File Data Analyzer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2"/>
                </a:solidFill>
                <a:latin typeface="Aptos Display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B32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114800" y="5212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3730"/>
                </a:solidFill>
                <a:latin typeface="Aptos"/>
              </a:defRPr>
            </a:pPr>
            <a:r>
              <a:rPr sz="2600" b="1">
                <a:solidFill>
                  <a:srgbClr val="E67E22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722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  <a:latin typeface="Aptos"/>
              </a:defRPr>
            </a:pPr>
            <a:r>
              <a:rPr sz="1000" b="0">
                <a:solidFill>
                  <a:srgbClr val="5F5F5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811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Jaswanth Katragadda</cp:lastModifiedBy>
  <cp:revision>3</cp:revision>
  <dcterms:created xsi:type="dcterms:W3CDTF">2013-01-27T09:14:16Z</dcterms:created>
  <dcterms:modified xsi:type="dcterms:W3CDTF">2026-08-26T13:31:55Z</dcterms:modified>
  <cp:category/>
</cp:coreProperties>
</file>